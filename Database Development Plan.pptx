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Urbanist Medium"/>
      <p:regular r:id="rId15"/>
      <p:bold r:id="rId16"/>
      <p:italic r:id="rId17"/>
      <p:boldItalic r:id="rId18"/>
    </p:embeddedFont>
    <p:embeddedFont>
      <p:font typeface="Urbanist SemiBold"/>
      <p:regular r:id="rId19"/>
      <p:bold r:id="rId20"/>
      <p:italic r:id="rId21"/>
      <p:boldItalic r:id="rId22"/>
    </p:embeddedFont>
    <p:embeddedFont>
      <p:font typeface="Urbanist"/>
      <p:regular r:id="rId23"/>
      <p:bold r:id="rId24"/>
      <p:italic r:id="rId25"/>
      <p:boldItalic r:id="rId26"/>
    </p:embeddedFont>
    <p:embeddedFont>
      <p:font typeface="Metal Mania"/>
      <p:regular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fntdata"/><Relationship Id="rId22" Type="http://schemas.openxmlformats.org/officeDocument/2006/relationships/font" Target="fonts/UrbanistSemiBold-boldItalic.fntdata"/><Relationship Id="rId21" Type="http://schemas.openxmlformats.org/officeDocument/2006/relationships/font" Target="fonts/UrbanistSemiBold-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boldItalic.fntdata"/><Relationship Id="rId25" Type="http://schemas.openxmlformats.org/officeDocument/2006/relationships/font" Target="fonts/Urbanist-italic.fntdata"/><Relationship Id="rId27" Type="http://schemas.openxmlformats.org/officeDocument/2006/relationships/font" Target="fonts/MetalMania-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UrbanistMedium-regular.fntdata"/><Relationship Id="rId14" Type="http://schemas.openxmlformats.org/officeDocument/2006/relationships/slide" Target="slides/slide8.xml"/><Relationship Id="rId17" Type="http://schemas.openxmlformats.org/officeDocument/2006/relationships/font" Target="fonts/UrbanistMedium-italic.fntdata"/><Relationship Id="rId16" Type="http://schemas.openxmlformats.org/officeDocument/2006/relationships/font" Target="fonts/UrbanistMedium-bold.fntdata"/><Relationship Id="rId19" Type="http://schemas.openxmlformats.org/officeDocument/2006/relationships/font" Target="fonts/UrbanistSemiBold-regular.fntdata"/><Relationship Id="rId18" Type="http://schemas.openxmlformats.org/officeDocument/2006/relationships/font" Target="fonts/Urbanis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93ee261ef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93ee261ef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Airport Flight Database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93ee261ef0_3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93ee261ef0_3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93ee261ef0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93ee261ef0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3ee261ef0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3ee261ef0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TLDR: flight information display system (F.I.D.S.) is pretty cool &amp; efficient for helping people </a:t>
            </a:r>
            <a:r>
              <a:rPr lang="en"/>
              <a:t>get to where they need to go.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93ee261ef0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93ee261ef0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Kill tarantino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93ee261ef0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93ee261ef0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93ee261ef0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93ee261ef0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93ee261ef0_3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93ee261ef0_3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Urbanist Medium"/>
                <a:ea typeface="Urbanist Medium"/>
                <a:cs typeface="Urbanist Medium"/>
                <a:sym typeface="Urbanist Medium"/>
              </a:rPr>
              <a:t>END</a:t>
            </a:r>
            <a:endParaRPr sz="4800">
              <a:solidFill>
                <a:schemeClr val="lt1"/>
              </a:solidFill>
              <a:latin typeface="Urbanist Medium"/>
              <a:ea typeface="Urbanist Medium"/>
              <a:cs typeface="Urbanist Medium"/>
              <a:sym typeface="Urbanist Medium"/>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Airport Flight Database</a:t>
            </a:r>
            <a:endParaRPr>
              <a:solidFill>
                <a:schemeClr val="lt1"/>
              </a:solidFill>
            </a:endParaRPr>
          </a:p>
          <a:p>
            <a:pPr indent="0" lvl="0" marL="0" rtl="0" algn="l">
              <a:lnSpc>
                <a:spcPct val="100000"/>
              </a:lnSpc>
              <a:spcBef>
                <a:spcPts val="0"/>
              </a:spcBef>
              <a:spcAft>
                <a:spcPts val="0"/>
              </a:spcAft>
              <a:buClr>
                <a:schemeClr val="dk1"/>
              </a:buClr>
              <a:buSzPts val="1100"/>
              <a:buNone/>
            </a:pP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a:p>
            <a:pPr indent="0" lvl="0" marL="0" rtl="0" algn="l">
              <a:lnSpc>
                <a:spcPct val="100000"/>
              </a:lnSpc>
              <a:spcBef>
                <a:spcPts val="0"/>
              </a:spcBef>
              <a:spcAft>
                <a:spcPts val="0"/>
              </a:spcAft>
              <a:buClr>
                <a:schemeClr val="dk1"/>
              </a:buClr>
              <a:buSzPts val="1100"/>
              <a:buNone/>
            </a:pPr>
            <a:r>
              <a:rPr lang="en" sz="1200">
                <a:solidFill>
                  <a:schemeClr val="lt1"/>
                </a:solidFill>
                <a:latin typeface="Urbanist"/>
                <a:ea typeface="Urbanist"/>
                <a:cs typeface="Urbanist"/>
                <a:sym typeface="Urbanist"/>
              </a:rPr>
              <a:t>F</a:t>
            </a:r>
            <a:r>
              <a:rPr lang="en" sz="1200">
                <a:solidFill>
                  <a:schemeClr val="lt1"/>
                </a:solidFill>
                <a:latin typeface="Urbanist"/>
                <a:ea typeface="Urbanist"/>
                <a:cs typeface="Urbanist"/>
                <a:sym typeface="Urbanist"/>
              </a:rPr>
              <a:t>light Information Display System (F.I.D.S.). </a:t>
            </a:r>
            <a:endParaRPr>
              <a:solidFill>
                <a:schemeClr val="lt1"/>
              </a:solidFill>
            </a:endParaRPr>
          </a:p>
          <a:p>
            <a:pPr indent="0" lvl="0" marL="0" rtl="0" algn="l">
              <a:spcBef>
                <a:spcPts val="0"/>
              </a:spcBef>
              <a:spcAft>
                <a:spcPts val="0"/>
              </a:spcAft>
              <a:buClr>
                <a:schemeClr val="dk1"/>
              </a:buClr>
              <a:buSzPts val="1100"/>
              <a:buNone/>
            </a:pPr>
            <a:r>
              <a:t/>
            </a:r>
            <a:endParaRPr>
              <a:solidFill>
                <a:schemeClr val="lt1"/>
              </a:solidFill>
            </a:endParaRPr>
          </a:p>
        </p:txBody>
      </p:sp>
      <p:sp>
        <p:nvSpPr>
          <p:cNvPr id="483" name="Google Shape;483;p53"/>
          <p:cNvSpPr txBox="1"/>
          <p:nvPr>
            <p:ph idx="1" type="subTitle"/>
          </p:nvPr>
        </p:nvSpPr>
        <p:spPr>
          <a:xfrm>
            <a:off x="228600" y="1738950"/>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By Benton, Luke, and PJ</a:t>
            </a:r>
            <a:endParaRPr>
              <a:solidFill>
                <a:schemeClr val="lt1"/>
              </a:solidFill>
              <a:latin typeface="Urbanist Medium"/>
              <a:ea typeface="Urbanist Medium"/>
              <a:cs typeface="Urbanist Medium"/>
              <a:sym typeface="Urbanis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4"/>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Background and motivations</a:t>
            </a:r>
            <a:endParaRPr sz="1400"/>
          </a:p>
        </p:txBody>
      </p:sp>
      <p:sp>
        <p:nvSpPr>
          <p:cNvPr id="489" name="Google Shape;489;p54"/>
          <p:cNvSpPr txBox="1"/>
          <p:nvPr>
            <p:ph idx="1" type="body"/>
          </p:nvPr>
        </p:nvSpPr>
        <p:spPr>
          <a:xfrm>
            <a:off x="4669050" y="3001025"/>
            <a:ext cx="4290000" cy="15117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sz="2100"/>
              <a:t>We wanted to make something similar to a airport arrivals and departures </a:t>
            </a:r>
            <a:r>
              <a:rPr lang="en" sz="2100"/>
              <a:t>kiosk</a:t>
            </a:r>
            <a:endParaRPr sz="2100"/>
          </a:p>
        </p:txBody>
      </p:sp>
      <p:sp>
        <p:nvSpPr>
          <p:cNvPr id="490" name="Google Shape;490;p54"/>
          <p:cNvSpPr txBox="1"/>
          <p:nvPr>
            <p:ph idx="3" type="title"/>
          </p:nvPr>
        </p:nvSpPr>
        <p:spPr>
          <a:xfrm>
            <a:off x="4591800" y="738425"/>
            <a:ext cx="4235400" cy="2432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We are making an airport flight tracker and passenger </a:t>
            </a:r>
            <a:r>
              <a:rPr lang="en"/>
              <a:t>check in</a:t>
            </a:r>
            <a:r>
              <a:rPr lang="en"/>
              <a:t> database</a:t>
            </a:r>
            <a:endParaRPr/>
          </a:p>
        </p:txBody>
      </p:sp>
      <p:sp>
        <p:nvSpPr>
          <p:cNvPr id="491" name="Google Shape;491;p54"/>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
        <p:nvSpPr>
          <p:cNvPr id="492" name="Google Shape;492;p54"/>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493" name="Google Shape;493;p54"/>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pic>
        <p:nvPicPr>
          <p:cNvPr id="494" name="Google Shape;494;p54"/>
          <p:cNvPicPr preferRelativeResize="0"/>
          <p:nvPr/>
        </p:nvPicPr>
        <p:blipFill>
          <a:blip r:embed="rId3">
            <a:alphaModFix/>
          </a:blip>
          <a:stretch>
            <a:fillRect/>
          </a:stretch>
        </p:blipFill>
        <p:spPr>
          <a:xfrm>
            <a:off x="152400" y="152400"/>
            <a:ext cx="4290000" cy="4290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5"/>
          <p:cNvSpPr/>
          <p:nvPr>
            <p:ph idx="2" type="pic"/>
          </p:nvPr>
        </p:nvSpPr>
        <p:spPr>
          <a:xfrm>
            <a:off x="246150" y="237650"/>
            <a:ext cx="4196400" cy="4438200"/>
          </a:xfrm>
          <a:prstGeom prst="rect">
            <a:avLst/>
          </a:prstGeom>
        </p:spPr>
      </p:sp>
      <p:sp>
        <p:nvSpPr>
          <p:cNvPr id="500" name="Google Shape;500;p5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Who are target users?</a:t>
            </a:r>
            <a:endParaRPr sz="1400"/>
          </a:p>
        </p:txBody>
      </p:sp>
      <p:sp>
        <p:nvSpPr>
          <p:cNvPr id="501" name="Google Shape;501;p5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Passengers, airport staff, potentially pilots, TSA</a:t>
            </a:r>
            <a:endParaRPr/>
          </a:p>
        </p:txBody>
      </p:sp>
      <p:pic>
        <p:nvPicPr>
          <p:cNvPr id="502" name="Google Shape;502;p55"/>
          <p:cNvPicPr preferRelativeResize="0"/>
          <p:nvPr/>
        </p:nvPicPr>
        <p:blipFill rotWithShape="1">
          <a:blip r:embed="rId3">
            <a:alphaModFix/>
          </a:blip>
          <a:srcRect b="0" l="22892" r="22898" t="0"/>
          <a:stretch/>
        </p:blipFill>
        <p:spPr>
          <a:xfrm>
            <a:off x="296675" y="304696"/>
            <a:ext cx="4095351" cy="42108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6"/>
          <p:cNvSpPr txBox="1"/>
          <p:nvPr>
            <p:ph type="title"/>
          </p:nvPr>
        </p:nvSpPr>
        <p:spPr>
          <a:xfrm>
            <a:off x="2423700" y="1326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a:t>
            </a:r>
            <a:r>
              <a:rPr lang="en" sz="1400"/>
              <a:t>Context)</a:t>
            </a:r>
            <a:endParaRPr sz="1400"/>
          </a:p>
        </p:txBody>
      </p:sp>
      <p:sp>
        <p:nvSpPr>
          <p:cNvPr id="508" name="Google Shape;508;p56"/>
          <p:cNvSpPr txBox="1"/>
          <p:nvPr>
            <p:ph idx="1" type="body"/>
          </p:nvPr>
        </p:nvSpPr>
        <p:spPr>
          <a:xfrm>
            <a:off x="4086175" y="357900"/>
            <a:ext cx="4822800" cy="4554300"/>
          </a:xfrm>
          <a:prstGeom prst="rect">
            <a:avLst/>
          </a:prstGeom>
        </p:spPr>
        <p:txBody>
          <a:bodyPr anchorCtr="0" anchor="b"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It is 1 a.m. on a monday morn. You have an important work meeting four states over &amp; the only way to make it on time is to take a 6½ hour flight to get there thirty minutes before to give your boss a cup of coffee that they’ll take one sip of before forgetting about it. By a stroke of luck, you were able to book a last minute flight, &amp; arrive at the airport on time &amp; manage to get through security without a hassle. You sit on down near the terminal and shut your eyes for a moment’s respite.</a:t>
            </a:r>
            <a:endParaRPr/>
          </a:p>
          <a:p>
            <a:pPr indent="0" lvl="0" marL="0" rtl="0" algn="l">
              <a:spcBef>
                <a:spcPts val="0"/>
              </a:spcBef>
              <a:spcAft>
                <a:spcPts val="0"/>
              </a:spcAft>
              <a:buClr>
                <a:schemeClr val="dk1"/>
              </a:buClr>
              <a:buSzPts val="1100"/>
              <a:buFont typeface="Arial"/>
              <a:buNone/>
            </a:pPr>
            <a:r>
              <a:rPr lang="en"/>
              <a:t>But alas, respite would not last.</a:t>
            </a:r>
            <a:endParaRPr/>
          </a:p>
          <a:p>
            <a:pPr indent="0" lvl="0" marL="0" rtl="0" algn="l">
              <a:spcBef>
                <a:spcPts val="0"/>
              </a:spcBef>
              <a:spcAft>
                <a:spcPts val="0"/>
              </a:spcAft>
              <a:buClr>
                <a:schemeClr val="dk1"/>
              </a:buClr>
              <a:buSzPts val="1100"/>
              <a:buFont typeface="Arial"/>
              <a:buNone/>
            </a:pPr>
            <a:r>
              <a:rPr lang="en"/>
              <a:t>You snap awake, in a panicked frenzy after hearing the airport P.A. announce your flight was moved to a different terminal. You look at the clock on your ankle monitor  and realize your flight is exactly 67.67 seconds away from closing and beginning departure.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Like a hypebeast, you rise from torpor and break into a feral sprint across the airport vigilantly hunting your flight’s terminal. Time is of the essence as you run and run and run. Then, like a flickering flame in darkness, you see it. </a:t>
            </a:r>
            <a:endParaRPr/>
          </a:p>
          <a:p>
            <a:pPr indent="0" lvl="0" marL="0" rtl="0" algn="l">
              <a:spcBef>
                <a:spcPts val="0"/>
              </a:spcBef>
              <a:spcAft>
                <a:spcPts val="0"/>
              </a:spcAft>
              <a:buClr>
                <a:schemeClr val="dk1"/>
              </a:buClr>
              <a:buSzPts val="1100"/>
              <a:buFont typeface="Arial"/>
              <a:buNone/>
            </a:pPr>
            <a:r>
              <a:rPr lang="en"/>
              <a:t>A 65” by 55” monitor kiosk displaying the flight information display system (F.I.D.S.). Like a moth drawn to the flame, you skedaddle as fast as your overworked legs can take you. A single tear rolls down your eye as you witness your flights new terminal.</a:t>
            </a:r>
            <a:endParaRPr/>
          </a:p>
          <a:p>
            <a:pPr indent="0" lvl="0" marL="0" rtl="0" algn="l">
              <a:spcBef>
                <a:spcPts val="0"/>
              </a:spcBef>
              <a:spcAft>
                <a:spcPts val="0"/>
              </a:spcAft>
              <a:buClr>
                <a:schemeClr val="dk1"/>
              </a:buClr>
              <a:buSzPts val="1100"/>
              <a:buFont typeface="Arial"/>
              <a:buNone/>
            </a:pPr>
            <a:r>
              <a:rPr lang="en"/>
              <a:t>Forrest Gumping, you reach your plane and slide underneath the closing door as you reach your seat on the plane and close your eyes. You will make it to that meeting. All thanks to that FIDS</a:t>
            </a:r>
            <a:endParaRPr/>
          </a:p>
        </p:txBody>
      </p:sp>
      <p:sp>
        <p:nvSpPr>
          <p:cNvPr id="509" name="Google Shape;509;p56"/>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510" name="Google Shape;510;p56"/>
          <p:cNvPicPr preferRelativeResize="0"/>
          <p:nvPr/>
        </p:nvPicPr>
        <p:blipFill rotWithShape="1">
          <a:blip r:embed="rId3">
            <a:alphaModFix/>
          </a:blip>
          <a:srcRect b="0" l="0" r="13569" t="0"/>
          <a:stretch/>
        </p:blipFill>
        <p:spPr>
          <a:xfrm>
            <a:off x="228600" y="718250"/>
            <a:ext cx="3508025" cy="4194125"/>
          </a:xfrm>
          <a:prstGeom prst="rect">
            <a:avLst/>
          </a:prstGeom>
          <a:noFill/>
          <a:ln>
            <a:noFill/>
          </a:ln>
        </p:spPr>
      </p:pic>
      <p:sp>
        <p:nvSpPr>
          <p:cNvPr id="511" name="Google Shape;511;p56"/>
          <p:cNvSpPr txBox="1"/>
          <p:nvPr/>
        </p:nvSpPr>
        <p:spPr>
          <a:xfrm>
            <a:off x="958325" y="0"/>
            <a:ext cx="2778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chemeClr val="lt1"/>
                </a:solidFill>
                <a:latin typeface="Metal Mania"/>
                <a:ea typeface="Metal Mania"/>
                <a:cs typeface="Metal Mania"/>
                <a:sym typeface="Metal Mania"/>
              </a:rPr>
              <a:t>Context</a:t>
            </a:r>
            <a:endParaRPr>
              <a:latin typeface="Metal Mania"/>
              <a:ea typeface="Metal Mania"/>
              <a:cs typeface="Metal Mania"/>
              <a:sym typeface="Metal Mania"/>
            </a:endParaRPr>
          </a:p>
        </p:txBody>
      </p:sp>
      <p:pic>
        <p:nvPicPr>
          <p:cNvPr id="512" name="Google Shape;512;p56"/>
          <p:cNvPicPr preferRelativeResize="0"/>
          <p:nvPr/>
        </p:nvPicPr>
        <p:blipFill>
          <a:blip r:embed="rId4">
            <a:alphaModFix/>
          </a:blip>
          <a:stretch>
            <a:fillRect/>
          </a:stretch>
        </p:blipFill>
        <p:spPr>
          <a:xfrm>
            <a:off x="8560941" y="0"/>
            <a:ext cx="583059" cy="70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What websites will use this?</a:t>
            </a:r>
            <a:endParaRPr sz="1400"/>
          </a:p>
        </p:txBody>
      </p:sp>
      <p:sp>
        <p:nvSpPr>
          <p:cNvPr id="518" name="Google Shape;518;p5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Official airlines, ticket buying websites,</a:t>
            </a:r>
            <a:endParaRPr/>
          </a:p>
          <a:p>
            <a:pPr indent="0" lvl="0" marL="0" rtl="0" algn="l">
              <a:spcBef>
                <a:spcPts val="0"/>
              </a:spcBef>
              <a:spcAft>
                <a:spcPts val="0"/>
              </a:spcAft>
              <a:buNone/>
            </a:pPr>
            <a:r>
              <a:rPr lang="en"/>
              <a:t>in airport kiosques, and the CIA</a:t>
            </a:r>
            <a:endParaRPr/>
          </a:p>
        </p:txBody>
      </p:sp>
      <p:sp>
        <p:nvSpPr>
          <p:cNvPr id="519" name="Google Shape;519;p5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t>
            </a:r>
            <a:endParaRPr/>
          </a:p>
        </p:txBody>
      </p:sp>
      <p:pic>
        <p:nvPicPr>
          <p:cNvPr id="520" name="Google Shape;520;p57"/>
          <p:cNvPicPr preferRelativeResize="0"/>
          <p:nvPr/>
        </p:nvPicPr>
        <p:blipFill>
          <a:blip r:embed="rId3">
            <a:alphaModFix/>
          </a:blip>
          <a:stretch>
            <a:fillRect/>
          </a:stretch>
        </p:blipFill>
        <p:spPr>
          <a:xfrm>
            <a:off x="298638" y="357888"/>
            <a:ext cx="4062325" cy="4197725"/>
          </a:xfrm>
          <a:prstGeom prst="rect">
            <a:avLst/>
          </a:prstGeom>
          <a:noFill/>
          <a:ln>
            <a:noFill/>
          </a:ln>
        </p:spPr>
      </p:pic>
      <p:pic>
        <p:nvPicPr>
          <p:cNvPr id="521" name="Google Shape;521;p57"/>
          <p:cNvPicPr preferRelativeResize="0"/>
          <p:nvPr/>
        </p:nvPicPr>
        <p:blipFill rotWithShape="1">
          <a:blip r:embed="rId4">
            <a:alphaModFix/>
          </a:blip>
          <a:srcRect b="0" l="27240" r="26790" t="0"/>
          <a:stretch/>
        </p:blipFill>
        <p:spPr>
          <a:xfrm>
            <a:off x="743774" y="357900"/>
            <a:ext cx="2935127" cy="4197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8"/>
          <p:cNvSpPr txBox="1"/>
          <p:nvPr>
            <p:ph type="title"/>
          </p:nvPr>
        </p:nvSpPr>
        <p:spPr>
          <a:xfrm>
            <a:off x="320625" y="275525"/>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Sketch</a:t>
            </a:r>
            <a:endParaRPr/>
          </a:p>
        </p:txBody>
      </p:sp>
      <p:sp>
        <p:nvSpPr>
          <p:cNvPr id="527" name="Google Shape;527;p58"/>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28" name="Google Shape;528;p58"/>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29" name="Google Shape;529;p58"/>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pic>
        <p:nvPicPr>
          <p:cNvPr id="530" name="Google Shape;530;p58"/>
          <p:cNvPicPr preferRelativeResize="0"/>
          <p:nvPr/>
        </p:nvPicPr>
        <p:blipFill>
          <a:blip r:embed="rId3">
            <a:alphaModFix/>
          </a:blip>
          <a:stretch>
            <a:fillRect/>
          </a:stretch>
        </p:blipFill>
        <p:spPr>
          <a:xfrm>
            <a:off x="1580587" y="405375"/>
            <a:ext cx="389637" cy="236400"/>
          </a:xfrm>
          <a:prstGeom prst="rect">
            <a:avLst/>
          </a:prstGeom>
          <a:noFill/>
          <a:ln>
            <a:noFill/>
          </a:ln>
        </p:spPr>
      </p:pic>
      <p:pic>
        <p:nvPicPr>
          <p:cNvPr id="531" name="Google Shape;531;p58" title="airport_database_schema.jpg"/>
          <p:cNvPicPr preferRelativeResize="0"/>
          <p:nvPr/>
        </p:nvPicPr>
        <p:blipFill>
          <a:blip r:embed="rId4">
            <a:alphaModFix/>
          </a:blip>
          <a:stretch>
            <a:fillRect/>
          </a:stretch>
        </p:blipFill>
        <p:spPr>
          <a:xfrm>
            <a:off x="1537850" y="856500"/>
            <a:ext cx="6068299" cy="3668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59"/>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Task Distribution</a:t>
            </a:r>
            <a:endParaRPr/>
          </a:p>
        </p:txBody>
      </p:sp>
      <p:sp>
        <p:nvSpPr>
          <p:cNvPr id="537" name="Google Shape;537;p59"/>
          <p:cNvSpPr txBox="1"/>
          <p:nvPr>
            <p:ph idx="3" type="title"/>
          </p:nvPr>
        </p:nvSpPr>
        <p:spPr>
          <a:xfrm>
            <a:off x="4591800" y="738425"/>
            <a:ext cx="4392900" cy="2051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u="sng"/>
              <a:t>Luke</a:t>
            </a:r>
            <a:r>
              <a:rPr lang="en"/>
              <a:t> - Front end dev</a:t>
            </a:r>
            <a:endParaRPr/>
          </a:p>
          <a:p>
            <a:pPr indent="0" lvl="0" marL="0" rtl="0" algn="l">
              <a:spcBef>
                <a:spcPts val="0"/>
              </a:spcBef>
              <a:spcAft>
                <a:spcPts val="0"/>
              </a:spcAft>
              <a:buNone/>
            </a:pPr>
            <a:r>
              <a:rPr lang="en" u="sng"/>
              <a:t>Benton</a:t>
            </a:r>
            <a:r>
              <a:rPr lang="en"/>
              <a:t> - Back end dev</a:t>
            </a:r>
            <a:endParaRPr/>
          </a:p>
          <a:p>
            <a:pPr indent="0" lvl="0" marL="0" rtl="0" algn="l">
              <a:spcBef>
                <a:spcPts val="0"/>
              </a:spcBef>
              <a:spcAft>
                <a:spcPts val="0"/>
              </a:spcAft>
              <a:buNone/>
            </a:pPr>
            <a:r>
              <a:rPr lang="en" u="sng"/>
              <a:t>P.J.</a:t>
            </a:r>
            <a:r>
              <a:rPr lang="en"/>
              <a:t> - Both + </a:t>
            </a:r>
            <a:r>
              <a:rPr lang="en" sz="2300"/>
              <a:t>Documentation</a:t>
            </a:r>
            <a:endParaRPr sz="2300"/>
          </a:p>
          <a:p>
            <a:pPr indent="0" lvl="0" marL="0" rtl="0" algn="l">
              <a:spcBef>
                <a:spcPts val="0"/>
              </a:spcBef>
              <a:spcAft>
                <a:spcPts val="0"/>
              </a:spcAft>
              <a:buNone/>
            </a:pPr>
            <a:r>
              <a:t/>
            </a:r>
            <a:endParaRPr/>
          </a:p>
        </p:txBody>
      </p:sp>
      <p:pic>
        <p:nvPicPr>
          <p:cNvPr id="538" name="Google Shape;538;p59"/>
          <p:cNvPicPr preferRelativeResize="0"/>
          <p:nvPr/>
        </p:nvPicPr>
        <p:blipFill>
          <a:blip r:embed="rId3">
            <a:alphaModFix/>
          </a:blip>
          <a:stretch>
            <a:fillRect/>
          </a:stretch>
        </p:blipFill>
        <p:spPr>
          <a:xfrm>
            <a:off x="293630" y="4122125"/>
            <a:ext cx="346520" cy="561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44" name="Google Shape;544;p60"/>
          <p:cNvSpPr txBox="1"/>
          <p:nvPr>
            <p:ph type="title"/>
          </p:nvPr>
        </p:nvSpPr>
        <p:spPr>
          <a:xfrm>
            <a:off x="228600" y="29045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END</a:t>
            </a:r>
            <a:endParaRPr>
              <a:solidFill>
                <a:schemeClr val="lt1"/>
              </a:solidFill>
            </a:endParaRPr>
          </a:p>
        </p:txBody>
      </p:sp>
      <p:sp>
        <p:nvSpPr>
          <p:cNvPr id="545" name="Google Shape;545;p60"/>
          <p:cNvSpPr/>
          <p:nvPr/>
        </p:nvSpPr>
        <p:spPr>
          <a:xfrm>
            <a:off x="228600" y="3299625"/>
            <a:ext cx="8472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60"/>
          <p:cNvSpPr txBox="1"/>
          <p:nvPr/>
        </p:nvSpPr>
        <p:spPr>
          <a:xfrm>
            <a:off x="7168500" y="4391675"/>
            <a:ext cx="22209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sz="4800">
                <a:solidFill>
                  <a:schemeClr val="lt1"/>
                </a:solidFill>
                <a:latin typeface="Urbanist Medium"/>
                <a:ea typeface="Urbanist Medium"/>
                <a:cs typeface="Urbanist Medium"/>
                <a:sym typeface="Urbanist Medium"/>
              </a:rPr>
              <a:t>Or is it?</a:t>
            </a:r>
            <a:endParaRPr sz="4800">
              <a:solidFill>
                <a:schemeClr val="lt1"/>
              </a:solidFill>
              <a:latin typeface="Urbanist Medium"/>
              <a:ea typeface="Urbanist Medium"/>
              <a:cs typeface="Urbanist Medium"/>
              <a:sym typeface="Urbanist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